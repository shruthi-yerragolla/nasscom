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7373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17373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7373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17373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0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3017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3017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0" y="3017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3017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3657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3657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3657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3657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4297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4297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4297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4D77CF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4297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F3A54"/>
          </a:solidFill>
          <a:ln w="12700">
            <a:solidFill>
              <a:srgbClr val="0A2B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8432" y="18105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C33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31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658368" y="34290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 for Python — fast, multidimensional arrays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" y="4160520"/>
            <a:ext cx="1554480" cy="45720"/>
          </a:xfrm>
          <a:prstGeom prst="rect">
            <a:avLst/>
          </a:prstGeom>
          <a:solidFill>
            <a:srgbClr val="FFC33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32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in NumPy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84280" y="246888"/>
            <a:ext cx="457200" cy="457200"/>
          </a:xfrm>
          <a:prstGeom prst="ellipse">
            <a:avLst/>
          </a:prstGeom>
          <a:solidFill>
            <a:srgbClr val="FFC331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NumPy array (ndarray) is a collection of elements of the same data type, stored in a multidimensional structure. Arrays provide an efficient way to store and perform operations on numerical data.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916936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4D77C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169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807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11810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dimensions in an array is called its rank.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4151376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2E9BB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1513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041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3525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the array along each dimension is called its shape.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16636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5385816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3858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276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5869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accessed using square brackets [ ]; arrays are commonly created from Python lists.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1234440"/>
            <a:ext cx="4572000" cy="5074920"/>
          </a:xfrm>
          <a:prstGeom prst="roundRect">
            <a:avLst>
              <a:gd name="adj" fmla="val 2000"/>
            </a:avLst>
          </a:prstGeom>
          <a:solidFill>
            <a:srgbClr val="013243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417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Fundamentals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269480" y="196596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0F3A54"/>
          </a:solidFill>
          <a:ln w="12700">
            <a:solidFill>
              <a:srgbClr val="4D77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4928" y="2039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Manipulation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24928" y="2313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reshape arrays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24928" y="2587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np.array(), reshape()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69480" y="3099816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0F3A54"/>
          </a:solidFill>
          <a:ln w="12700">
            <a:solidFill>
              <a:srgbClr val="4D77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928" y="3172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Functions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24928" y="3447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operations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24928" y="37216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np.add(), np.multiply()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69480" y="4233672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0F3A54"/>
          </a:solidFill>
          <a:ln w="12700">
            <a:solidFill>
              <a:srgbClr val="4D77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24928" y="4306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24928" y="4581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24928" y="4855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np.dot(), np.linalg.inv()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69480" y="5367528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0F3A54"/>
          </a:solidFill>
          <a:ln w="12700">
            <a:solidFill>
              <a:srgbClr val="4D77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24928" y="5440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Number Generation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24928" y="5715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random data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424928" y="5989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np.random.rand()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7899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32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NumPy Array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84280" y="246888"/>
            <a:ext cx="457200" cy="457200"/>
          </a:xfrm>
          <a:prstGeom prst="ellipse">
            <a:avLst/>
          </a:prstGeom>
          <a:solidFill>
            <a:srgbClr val="FFC331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are created using the np.array() function. They can be created from Python sequences such as lists and tuples.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0B2A3E"/>
          </a:solidFill>
          <a:ln w="9525">
            <a:solidFill>
              <a:srgbClr val="01324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9751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751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19751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12848"/>
            <a:ext cx="5852160" cy="2355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np.array([1, 2, 3])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np.array([[1, 2, 3],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[4, 5, 6]])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np.array((1, 3, 2))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614062"/>
            <a:ext cx="5852160" cy="0"/>
          </a:xfrm>
          <a:prstGeom prst="line">
            <a:avLst/>
          </a:prstGeom>
          <a:noFill/>
          <a:ln w="9525">
            <a:solidFill>
              <a:srgbClr val="4D77C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4687214"/>
            <a:ext cx="585216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D8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2 3]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 2 3]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 5 6]]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3 2]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866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2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212848"/>
            <a:ext cx="45720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np.array([1, 2, 3]) creates a one-dimensional array from a list.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np.array([[1, 2, 3], [4, 5, 6]]) creates a two-dimensional array from a nested list.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np.array((1, 3, 2)) creates a one-dimensional array from a tuple.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32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the Array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84280" y="246888"/>
            <a:ext cx="457200" cy="457200"/>
          </a:xfrm>
          <a:prstGeom prst="ellipse">
            <a:avLst/>
          </a:prstGeom>
          <a:solidFill>
            <a:srgbClr val="FFC331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a NumPy array can be accessed using indexing and slicing. Indexing retrieves specific elements, while slicing extracts a range of elements from an array.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0B2A3E"/>
          </a:solidFill>
          <a:ln w="9525">
            <a:solidFill>
              <a:srgbClr val="01324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20208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0208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20208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58568"/>
            <a:ext cx="5852160" cy="232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[-1, 2, 0, 4],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[4, -8.5, 6, 0],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[2.6, 0, 7, 8],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[3, -7, 4, 2.8]])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arr2 = arr[:2, ::2]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arr3 = arr[[1,1,0,3],[3,2,1,0]]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634179"/>
            <a:ext cx="5852160" cy="0"/>
          </a:xfrm>
          <a:prstGeom prst="line">
            <a:avLst/>
          </a:prstGeom>
          <a:noFill/>
          <a:ln w="9525">
            <a:solidFill>
              <a:srgbClr val="4D77C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4707331"/>
            <a:ext cx="5852160" cy="126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D8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2 rows, alt columns: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[[-1. 0.]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[ 4. 6.]]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elements: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 6. 2. 3.]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866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2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258568"/>
            <a:ext cx="4572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arr[:2, ::2] selects the first two rows and alternate columns (0 and 2).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arr[[1, 1, 0, 3], [3, 2, 1, 0]] retrieves elements from the specified row-column index pairs.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32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Array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84280" y="246888"/>
            <a:ext cx="457200" cy="457200"/>
          </a:xfrm>
          <a:prstGeom prst="ellipse">
            <a:avLst/>
          </a:prstGeom>
          <a:solidFill>
            <a:srgbClr val="FFC331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support various mathematical operations on individual elements or between multiple arrays — applied efficiently without explicit loops.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0B2A3E"/>
          </a:solidFill>
          <a:ln w="9525">
            <a:solidFill>
              <a:srgbClr val="01324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9751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751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19751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12848"/>
            <a:ext cx="5852160" cy="2355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 2], [3, 4]])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np.array([[4, 3], [2, 1]])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+ 1)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 - 2)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print(a.sum())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614062"/>
            <a:ext cx="5852160" cy="0"/>
          </a:xfrm>
          <a:prstGeom prst="line">
            <a:avLst/>
          </a:prstGeom>
          <a:noFill/>
          <a:ln w="9525">
            <a:solidFill>
              <a:srgbClr val="4D77C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4687214"/>
            <a:ext cx="585216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D8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+ 1:  [[2 3] [4 5]]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- 2:  [[2 1] [0 -1]]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a.sum(): 10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b:  [[5 5] [5 5]]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866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2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212848"/>
            <a:ext cx="45720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+ 1 adds 1 to every element of array a.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- 2 subtracts 2 from every element of array b.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a.sum() returns the sum of all elements in a.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performs element-wise addition between the two arrays.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32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Operations on DataType Array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84280" y="246888"/>
            <a:ext cx="457200" cy="457200"/>
          </a:xfrm>
          <a:prstGeom prst="ellipse">
            <a:avLst/>
          </a:prstGeom>
          <a:solidFill>
            <a:srgbClr val="FFC331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provides built-in functions for mathematical operations on arrays. These are applied element-wise and run efficiently on entire arrays at once.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0B2A3E"/>
          </a:solidFill>
          <a:ln w="9525">
            <a:solidFill>
              <a:srgbClr val="01324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9751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751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19751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12848"/>
            <a:ext cx="5852160" cy="2355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arr1 = np.array([[4, 7], [2, 6]],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dtype=np.float64)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arr2 = np.array([[3, 6], [2, 8]],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dtype=np.float64)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print(np.add(arr1, arr2))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print(np.sum(arr1))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print(np.sqrt(arr1))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print(arr1.T)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614062"/>
            <a:ext cx="5852160" cy="0"/>
          </a:xfrm>
          <a:prstGeom prst="line">
            <a:avLst/>
          </a:prstGeom>
          <a:noFill/>
          <a:ln w="9525">
            <a:solidFill>
              <a:srgbClr val="4D77C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4687214"/>
            <a:ext cx="585216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D8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[[7. 13.] [4. 14.]]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19.0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[[2.  2.646] [1.414 2.449]]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[[4. 2.] [7. 6.]]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866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2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212848"/>
            <a:ext cx="45720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np.add(arr1, arr2) performs element-wise addition of the two arrays.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np.sum(arr1) returns the sum of all elements in arr1.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np.sqrt(arr1) calculates the square root of each element.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arr1.T returns the transpose of the array by swapping rows and columns.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32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numpy.dot()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84280" y="246888"/>
            <a:ext cx="457200" cy="457200"/>
          </a:xfrm>
          <a:prstGeom prst="ellipse">
            <a:avLst/>
          </a:prstGeom>
          <a:solidFill>
            <a:srgbClr val="FFC331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46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numpy.dot() computes the dot product of two arrays. For 1D arrays it returns the scalar dot product; for 2D arrays it performs matrix multiplication. For N-dimensional arrays, it performs a sum-product over the last axis of the first array and the second-to-last axis of the second array.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6309360" cy="3977640"/>
          </a:xfrm>
          <a:prstGeom prst="roundRect">
            <a:avLst>
              <a:gd name="adj" fmla="val 1839"/>
            </a:avLst>
          </a:prstGeom>
          <a:solidFill>
            <a:srgbClr val="0B2A3E"/>
          </a:solidFill>
          <a:ln w="9525">
            <a:solidFill>
              <a:srgbClr val="013243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22037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037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22037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41448"/>
            <a:ext cx="5852160" cy="222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 4],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[5, 6]])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np.array([[2, 4],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[5, 2]])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E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print(np.dot(a, b))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714646"/>
            <a:ext cx="5852160" cy="0"/>
          </a:xfrm>
          <a:prstGeom prst="line">
            <a:avLst/>
          </a:prstGeom>
          <a:noFill/>
          <a:ln w="9525">
            <a:solidFill>
              <a:srgbClr val="4D77C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31520" y="4787798"/>
            <a:ext cx="5852160" cy="1183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D8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[[22 12]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[40 32]]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866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2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441448"/>
            <a:ext cx="457200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arrays → scalar dot product.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→ standard matrix multiplication.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 arrays → sum-product over the last axis of the first array and the second-to-last axis of the second array.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2026-07-17T05:26:13Z</dcterms:created>
  <dcterms:modified xsi:type="dcterms:W3CDTF">2026-07-17T05:26:13Z</dcterms:modified>
</cp:coreProperties>
</file>